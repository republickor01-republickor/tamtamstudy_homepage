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644" y="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1D7795-D51A-B735-B73A-3EB4094A3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AB0A68B-486D-BB6B-6727-2962F8B845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748120-17D7-AF5D-6883-DCA444F95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FAAB0D-227B-27FD-2D28-2F8DF182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5321D8-4E8C-CABB-6952-C54AE5337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9473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7D69CB-4E8C-50C6-17D7-8F0EC59B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344897-73FA-A9A3-A420-3C62C56F7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12C9A8-2FAC-E52E-F20A-6E304119B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05C6C7-8EC2-025A-D0E6-ED1E207A8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3C659A-D698-B9E7-550E-D97BD38DC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7491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1BEEC8-73E6-5130-DEFE-B0E9F1E30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AFC415-E148-35FD-FF36-A5AF2B026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991336-47BB-F45C-E724-3787B6350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438F9B-60DF-BA52-EBF2-9E16FCC41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9CBE43-679F-889B-2002-D17CE0771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6328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A579F7-BAE8-D1D6-3838-56C9AE536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8E54B0-378C-9475-0BCD-D6C8C092BA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DF8745-6AA0-1EC7-BEB4-12FF877906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55CE5E-235F-1B88-FD73-CDBA61BC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A57E52-0224-5C99-2E58-A01721DDC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89E18D-2787-5E62-2DBE-4B655D2D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578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A0E5AC-0641-F32D-B8FD-137AFFAD1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5FCB7C-0819-4589-40D5-8A8275D62F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0EBDE8C-FA43-46A5-8838-81458638C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955AC0-516B-A7DA-EAC2-C474F47335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8FCDEE0-3814-2C8F-C3EB-DDD3890435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3A63BB6-C363-6324-45F8-8EF556697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8F36E0-A6EA-B47A-1DF8-9F56E8647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E61944-D193-0556-9E1D-D70E3D22D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107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5BAD9A-EC23-1F08-3B56-8B41BBCA8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8F6F76B-C16B-F102-3938-B62A14D50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22C5304-B6FE-D6B9-836E-E572EF1A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47D964-72DE-8CAA-8F4B-C2E1989EE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284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010C68-1A4E-8D17-5846-A3EE60A25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DB1848-A3C1-0621-9A30-FBE6118E4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A15B96-7B07-D386-157D-7EA083245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4172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2F5D1-BF50-6397-215A-055785088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A41693-B7D8-40D0-1CEB-AA6F0C4F2F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7599DF2-BD35-A44A-3B0D-2B5822660E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5E2C12-CEAE-4BE5-66B1-43464CCAF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F80C13-EB5A-D452-F3A8-017A97EA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38822F-87F2-003F-F501-789154E6D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591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5C39-C424-0A71-53D2-E062FBEB6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B51340A-0AC6-D91C-04D2-2D6207BA12D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58BEA9D-75F5-2EC9-DA3F-E450E80923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5B8BC5-50A3-5E1A-B3DF-0F7232469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8C826D-8D0E-D83E-B9C8-71E7A1347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06115F-0F57-4345-B5B5-FEC908088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8516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A797D7-EB94-570F-4D3E-533F54F64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D6342E-DBD2-CD18-BD8A-D310A8429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03E3C4-F415-27D2-97D2-F55B9F391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4587BC2-0F3F-FC2D-C258-F1B06DA3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EF6CD1-3E32-C077-C964-8E75154C1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3182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5A52FB6-193D-775A-4C97-3F2B74BBB1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32E932-ED1A-6B10-5307-EE3203CC6A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CC4B3C-40AD-9032-8D14-6FAD1A9AD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F04BA-7F2C-40F8-A8EA-333A5CAD2DF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B922D8-DFB5-8857-040F-2CA0234F9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B8FBBC-3394-C95E-48E7-BB5A3A24D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500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1321558-650E-D8A1-6A67-AA7EE8973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F3DB60-C7EE-8C21-E5DC-2B62796B3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9DE6DD-010B-EAF9-740D-969754738C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DF04BA-7F2C-40F8-A8EA-333A5CAD2DF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BF9C11-5808-4766-65E3-5E3947DB4D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220F2-736F-30D5-B017-E35AB24DC2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AF2862-70B6-4359-8128-787181DC1A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3764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E649A51-2A4A-6B5F-05FA-35B93E3BFE6C}"/>
              </a:ext>
            </a:extLst>
          </p:cNvPr>
          <p:cNvSpPr txBox="1"/>
          <p:nvPr/>
        </p:nvSpPr>
        <p:spPr>
          <a:xfrm>
            <a:off x="5091730" y="133917"/>
            <a:ext cx="2194832" cy="4542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/>
              <a:t>선생님 로그인 화면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F80CB8-4B7A-DF6D-5EFC-93B11F325093}"/>
              </a:ext>
            </a:extLst>
          </p:cNvPr>
          <p:cNvSpPr txBox="1"/>
          <p:nvPr/>
        </p:nvSpPr>
        <p:spPr>
          <a:xfrm>
            <a:off x="217715" y="869752"/>
            <a:ext cx="60960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 err="1"/>
              <a:t>tamtam-study</a:t>
            </a:r>
            <a:r>
              <a:rPr lang="ko-KR" altLang="en-US" sz="1000" dirty="0"/>
              <a:t>/</a:t>
            </a:r>
          </a:p>
          <a:p>
            <a:r>
              <a:rPr lang="ko-KR" altLang="en-US" sz="1000" dirty="0"/>
              <a:t>│</a:t>
            </a:r>
          </a:p>
          <a:p>
            <a:r>
              <a:rPr lang="ko-KR" altLang="en-US" sz="1000" dirty="0"/>
              <a:t>├── </a:t>
            </a:r>
            <a:r>
              <a:rPr lang="ko-KR" altLang="en-US" sz="1000" dirty="0" err="1"/>
              <a:t>web</a:t>
            </a:r>
            <a:r>
              <a:rPr lang="ko-KR" altLang="en-US" sz="1000" dirty="0"/>
              <a:t>/                     🌐 [웹 </a:t>
            </a:r>
            <a:r>
              <a:rPr lang="ko-KR" altLang="en-US" sz="1000" dirty="0" err="1"/>
              <a:t>프론트엔드</a:t>
            </a:r>
            <a:r>
              <a:rPr lang="ko-KR" altLang="en-US" sz="1000" dirty="0"/>
              <a:t> 영역] (사용자가 브라우저로 접속하는 화면)</a:t>
            </a:r>
          </a:p>
          <a:p>
            <a:r>
              <a:rPr lang="ko-KR" altLang="en-US" sz="1000" dirty="0"/>
              <a:t>│   │   ├── teacher_login.html   # 선생님 로그인 및 관리자 대시보드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css</a:t>
            </a:r>
            <a:r>
              <a:rPr lang="ko-KR" altLang="en-US" sz="1000" dirty="0"/>
              <a:t>/</a:t>
            </a:r>
          </a:p>
          <a:p>
            <a:r>
              <a:rPr lang="ko-KR" altLang="en-US" sz="1000" dirty="0"/>
              <a:t>│   │   └── style.css        # 공통 디자인 스타일시트</a:t>
            </a:r>
          </a:p>
          <a:p>
            <a:r>
              <a:rPr lang="ko-KR" altLang="en-US" sz="1000" dirty="0"/>
              <a:t>│   └── </a:t>
            </a:r>
            <a:r>
              <a:rPr lang="ko-KR" altLang="en-US" sz="1000" dirty="0" err="1"/>
              <a:t>js</a:t>
            </a:r>
            <a:r>
              <a:rPr lang="ko-KR" altLang="en-US" sz="1000" dirty="0"/>
              <a:t>/</a:t>
            </a:r>
          </a:p>
          <a:p>
            <a:r>
              <a:rPr lang="ko-KR" altLang="en-US" sz="1000" dirty="0"/>
              <a:t>│       ├── firebase.js      # </a:t>
            </a:r>
            <a:r>
              <a:rPr lang="ko-KR" altLang="en-US" sz="1000" dirty="0" err="1"/>
              <a:t>파이어베이스</a:t>
            </a:r>
            <a:r>
              <a:rPr lang="ko-KR" altLang="en-US" sz="1000" dirty="0"/>
              <a:t> 공통 설정 (웹용)</a:t>
            </a:r>
          </a:p>
          <a:p>
            <a:r>
              <a:rPr lang="ko-KR" altLang="en-US" sz="1000" dirty="0"/>
              <a:t>│       └── auth.js          # 인증 관련 공통 로직</a:t>
            </a:r>
          </a:p>
          <a:p>
            <a:r>
              <a:rPr lang="ko-KR" altLang="en-US" sz="1000" dirty="0"/>
              <a:t>│</a:t>
            </a:r>
          </a:p>
          <a:p>
            <a:r>
              <a:rPr lang="ko-KR" altLang="en-US" sz="1000" dirty="0"/>
              <a:t>├── </a:t>
            </a:r>
            <a:r>
              <a:rPr lang="ko-KR" altLang="en-US" sz="1000" dirty="0" err="1"/>
              <a:t>python_backend</a:t>
            </a:r>
            <a:r>
              <a:rPr lang="ko-KR" altLang="en-US" sz="1000" dirty="0"/>
              <a:t>/          🐍 [파이썬 </a:t>
            </a:r>
            <a:r>
              <a:rPr lang="ko-KR" altLang="en-US" sz="1000" dirty="0" err="1"/>
              <a:t>백엔드</a:t>
            </a:r>
            <a:r>
              <a:rPr lang="ko-KR" altLang="en-US" sz="1000" dirty="0"/>
              <a:t>/유틸리티 영역] (기존에 만드신 프로그램들)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DB_class</a:t>
            </a:r>
            <a:r>
              <a:rPr lang="ko-KR" altLang="en-US" sz="1000" dirty="0"/>
              <a:t>/            # 학생, 부모님 DB 클래스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db_search_prg</a:t>
            </a:r>
            <a:r>
              <a:rPr lang="ko-KR" altLang="en-US" sz="1000" dirty="0"/>
              <a:t>/       # DB 조회 프로그램들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db_store_prg</a:t>
            </a:r>
            <a:r>
              <a:rPr lang="ko-KR" altLang="en-US" sz="1000" dirty="0"/>
              <a:t>/        # DB 저장 프로그램들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member_registration</a:t>
            </a:r>
            <a:r>
              <a:rPr lang="ko-KR" altLang="en-US" sz="1000" dirty="0"/>
              <a:t>/ # 회원 등록 관련 스크립트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phone_link</a:t>
            </a:r>
            <a:r>
              <a:rPr lang="ko-KR" altLang="en-US" sz="1000" dirty="0"/>
              <a:t>/          # 폰 연동 및 메시지 관련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message_templat</a:t>
            </a:r>
            <a:r>
              <a:rPr lang="ko-KR" altLang="en-US" sz="1000" dirty="0"/>
              <a:t>/     # 메시지 템플릿</a:t>
            </a:r>
          </a:p>
          <a:p>
            <a:r>
              <a:rPr lang="ko-KR" altLang="en-US" sz="1000" dirty="0"/>
              <a:t>│   ├── </a:t>
            </a:r>
            <a:r>
              <a:rPr lang="ko-KR" altLang="en-US" sz="1000" dirty="0" err="1"/>
              <a:t>Work_daily</a:t>
            </a:r>
            <a:r>
              <a:rPr lang="ko-KR" altLang="en-US" sz="1000" dirty="0"/>
              <a:t>/          # 일일 업무 정리</a:t>
            </a:r>
          </a:p>
          <a:p>
            <a:r>
              <a:rPr lang="ko-KR" altLang="en-US" sz="1000" dirty="0"/>
              <a:t>│   ├── app_config.py</a:t>
            </a:r>
          </a:p>
          <a:p>
            <a:r>
              <a:rPr lang="ko-KR" altLang="en-US" sz="1000" dirty="0"/>
              <a:t>│   ├── config.py</a:t>
            </a:r>
          </a:p>
          <a:p>
            <a:r>
              <a:rPr lang="ko-KR" altLang="en-US" sz="1000" dirty="0"/>
              <a:t>│   └── requirements.txt     # 파이썬 라이브러리 목록</a:t>
            </a:r>
          </a:p>
          <a:p>
            <a:r>
              <a:rPr lang="ko-KR" altLang="en-US" sz="1000" dirty="0"/>
              <a:t>│</a:t>
            </a:r>
            <a:endParaRPr lang="en-US" altLang="ko-KR" sz="1000" dirty="0"/>
          </a:p>
          <a:p>
            <a:r>
              <a:rPr lang="ko-KR" altLang="en-US" sz="1000" dirty="0"/>
              <a:t>├── index.html           # 첫 화면 (시안 디자인 반영)</a:t>
            </a:r>
          </a:p>
          <a:p>
            <a:r>
              <a:rPr lang="ko-KR" altLang="en-US" sz="1000" dirty="0"/>
              <a:t>├── .</a:t>
            </a:r>
            <a:r>
              <a:rPr lang="ko-KR" altLang="en-US" sz="1000" dirty="0" err="1"/>
              <a:t>gitignore</a:t>
            </a:r>
            <a:r>
              <a:rPr lang="ko-KR" altLang="en-US" sz="1000" dirty="0"/>
              <a:t>               🔒 [보안 파일 차단 설정] (매우 중요!)</a:t>
            </a:r>
          </a:p>
          <a:p>
            <a:r>
              <a:rPr lang="ko-KR" altLang="en-US" sz="1000" dirty="0"/>
              <a:t>└── README.md                📖 프로젝트 설명서</a:t>
            </a:r>
          </a:p>
        </p:txBody>
      </p:sp>
    </p:spTree>
    <p:extLst>
      <p:ext uri="{BB962C8B-B14F-4D97-AF65-F5344CB8AC3E}">
        <p14:creationId xmlns:p14="http://schemas.microsoft.com/office/powerpoint/2010/main" val="3667491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37F0CB5-3E15-FF92-137A-D9A6314244B9}"/>
              </a:ext>
            </a:extLst>
          </p:cNvPr>
          <p:cNvSpPr txBox="1"/>
          <p:nvPr/>
        </p:nvSpPr>
        <p:spPr>
          <a:xfrm>
            <a:off x="4579420" y="1180394"/>
            <a:ext cx="2465740" cy="15969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300000"/>
              </a:lnSpc>
            </a:pPr>
            <a:r>
              <a:rPr lang="en-US" altLang="ko-KR" dirty="0" err="1"/>
              <a:t>tamtam</a:t>
            </a:r>
            <a:r>
              <a:rPr lang="en-US" altLang="ko-KR" dirty="0"/>
              <a:t> study 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pPr>
              <a:lnSpc>
                <a:spcPct val="300000"/>
              </a:lnSpc>
            </a:pPr>
            <a:r>
              <a:rPr lang="ko-KR" altLang="en-US" dirty="0"/>
              <a:t>방문을 </a:t>
            </a:r>
            <a:r>
              <a:rPr lang="ko-KR" altLang="en-US" dirty="0" err="1"/>
              <a:t>확영합니다</a:t>
            </a:r>
            <a:r>
              <a:rPr lang="en-US" altLang="ko-KR" dirty="0"/>
              <a:t>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0830FD-6407-293B-F384-B07BF1F0017E}"/>
              </a:ext>
            </a:extLst>
          </p:cNvPr>
          <p:cNvSpPr txBox="1"/>
          <p:nvPr/>
        </p:nvSpPr>
        <p:spPr>
          <a:xfrm>
            <a:off x="3077873" y="5707403"/>
            <a:ext cx="1651414" cy="765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300000"/>
              </a:lnSpc>
            </a:pPr>
            <a:r>
              <a:rPr lang="ko-KR" altLang="en-US" dirty="0"/>
              <a:t>선생님 로그인</a:t>
            </a:r>
            <a:endParaRPr lang="en-US" altLang="ko-K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9BD8F8-EB9D-CF29-0282-AF21168B69C4}"/>
              </a:ext>
            </a:extLst>
          </p:cNvPr>
          <p:cNvSpPr txBox="1"/>
          <p:nvPr/>
        </p:nvSpPr>
        <p:spPr>
          <a:xfrm>
            <a:off x="5706332" y="5707401"/>
            <a:ext cx="1338828" cy="765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300000"/>
              </a:lnSpc>
            </a:pPr>
            <a:r>
              <a:rPr lang="ko-KR" altLang="en-US" dirty="0"/>
              <a:t>학생로그인</a:t>
            </a:r>
            <a:endParaRPr lang="en-US" altLang="ko-K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87B364-C117-41B1-8642-C7C49AF5C0AE}"/>
              </a:ext>
            </a:extLst>
          </p:cNvPr>
          <p:cNvSpPr txBox="1"/>
          <p:nvPr/>
        </p:nvSpPr>
        <p:spPr>
          <a:xfrm>
            <a:off x="5217415" y="3697737"/>
            <a:ext cx="1189749" cy="765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300000"/>
              </a:lnSpc>
            </a:pPr>
            <a:r>
              <a:rPr lang="ko-KR" altLang="en-US" dirty="0"/>
              <a:t>구경하기 </a:t>
            </a:r>
            <a:endParaRPr lang="en-US" altLang="ko-K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AB7742-12E4-74A7-972A-9EFC7E261BFD}"/>
              </a:ext>
            </a:extLst>
          </p:cNvPr>
          <p:cNvSpPr txBox="1"/>
          <p:nvPr/>
        </p:nvSpPr>
        <p:spPr>
          <a:xfrm>
            <a:off x="8204929" y="5721573"/>
            <a:ext cx="1651414" cy="765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300000"/>
              </a:lnSpc>
            </a:pPr>
            <a:r>
              <a:rPr lang="ko-KR" altLang="en-US" dirty="0"/>
              <a:t>부모님 로그인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26732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A2D0D7-E2C3-60E7-379A-A518AC8C6839}"/>
              </a:ext>
            </a:extLst>
          </p:cNvPr>
          <p:cNvSpPr txBox="1"/>
          <p:nvPr/>
        </p:nvSpPr>
        <p:spPr>
          <a:xfrm>
            <a:off x="2182385" y="254146"/>
            <a:ext cx="742511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/>
              <a:t>구경하기 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E6A12F-85EF-EC4F-930B-3DA2BE783EC8}"/>
              </a:ext>
            </a:extLst>
          </p:cNvPr>
          <p:cNvSpPr txBox="1"/>
          <p:nvPr/>
        </p:nvSpPr>
        <p:spPr>
          <a:xfrm>
            <a:off x="1102752" y="695304"/>
            <a:ext cx="716863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 err="1"/>
              <a:t>you_tube</a:t>
            </a:r>
            <a:endParaRPr lang="en-US" altLang="ko-KR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EB02F6-FE59-0CA1-76D6-90CF832BA2B2}"/>
              </a:ext>
            </a:extLst>
          </p:cNvPr>
          <p:cNvSpPr txBox="1"/>
          <p:nvPr/>
        </p:nvSpPr>
        <p:spPr>
          <a:xfrm>
            <a:off x="1102752" y="1069085"/>
            <a:ext cx="569387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/>
              <a:t>블로그</a:t>
            </a:r>
            <a:endParaRPr lang="en-US" altLang="ko-KR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92139-8830-74E4-6718-F31BD2CD2420}"/>
              </a:ext>
            </a:extLst>
          </p:cNvPr>
          <p:cNvSpPr txBox="1"/>
          <p:nvPr/>
        </p:nvSpPr>
        <p:spPr>
          <a:xfrm>
            <a:off x="1102752" y="1442866"/>
            <a:ext cx="569387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/>
              <a:t>블로그</a:t>
            </a:r>
            <a:endParaRPr lang="en-US" altLang="ko-KR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796EC2-E161-801C-08FF-8C957E68EE86}"/>
              </a:ext>
            </a:extLst>
          </p:cNvPr>
          <p:cNvSpPr txBox="1"/>
          <p:nvPr/>
        </p:nvSpPr>
        <p:spPr>
          <a:xfrm>
            <a:off x="1102752" y="1816647"/>
            <a:ext cx="569387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/>
              <a:t>블로그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12841536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1365</TotalTime>
  <Words>247</Words>
  <Application>Microsoft Office PowerPoint</Application>
  <PresentationFormat>와이드스크린</PresentationFormat>
  <Paragraphs>37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탐탐 하라</dc:creator>
  <cp:lastModifiedBy>탐탐 하라</cp:lastModifiedBy>
  <cp:revision>1</cp:revision>
  <dcterms:created xsi:type="dcterms:W3CDTF">2026-10-27T05:33:26Z</dcterms:created>
  <dcterms:modified xsi:type="dcterms:W3CDTF">2026-10-28T04:19:22Z</dcterms:modified>
</cp:coreProperties>
</file>