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2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D7795-D51A-B735-B73A-3EB4094A3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B0A68B-486D-BB6B-6727-2962F8B84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748120-17D7-AF5D-6883-DCA444F95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04BA-7F2C-40F8-A8EA-333A5CAD2DF3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FAAB0D-227B-27FD-2D28-2F8DF182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5321D8-4E8C-CABB-6952-C54AE5337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2862-70B6-4359-8128-787181DC1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47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D69CB-4E8C-50C6-17D7-8F0EC59B1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344897-73FA-A9A3-A420-3C62C56F7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12C9A8-2FAC-E52E-F20A-6E304119B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04BA-7F2C-40F8-A8EA-333A5CAD2DF3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05C6C7-8EC2-025A-D0E6-ED1E207A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3C659A-D698-B9E7-550E-D97BD38D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2862-70B6-4359-8128-787181DC1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491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BEEC8-73E6-5130-DEFE-B0E9F1E30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AFC415-E148-35FD-FF36-A5AF2B026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991336-47BB-F45C-E724-3787B635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04BA-7F2C-40F8-A8EA-333A5CAD2DF3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438F9B-60DF-BA52-EBF2-9E16FCC41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9CBE43-679F-889B-2002-D17CE077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2862-70B6-4359-8128-787181DC1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328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A579F7-BAE8-D1D6-3838-56C9AE536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8E54B0-378C-9475-0BCD-D6C8C092B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DF8745-6AA0-1EC7-BEB4-12FF87790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55CE5E-235F-1B88-FD73-CDBA61BC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04BA-7F2C-40F8-A8EA-333A5CAD2DF3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A57E52-0224-5C99-2E58-A01721DD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89E18D-2787-5E62-2DBE-4B655D2D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2862-70B6-4359-8128-787181DC1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578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0E5AC-0641-F32D-B8FD-137AFFAD1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5FCB7C-0819-4589-40D5-8A8275D62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EBDE8C-FA43-46A5-8838-81458638C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955AC0-516B-A7DA-EAC2-C474F4733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8FCDEE0-3814-2C8F-C3EB-DDD389043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A63BB6-C363-6324-45F8-8EF556697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04BA-7F2C-40F8-A8EA-333A5CAD2DF3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8F36E0-A6EA-B47A-1DF8-9F56E8647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E61944-D193-0556-9E1D-D70E3D22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2862-70B6-4359-8128-787181DC1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10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BAD9A-EC23-1F08-3B56-8B41BBCA8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8F6F76B-C16B-F102-3938-B62A14D50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04BA-7F2C-40F8-A8EA-333A5CAD2DF3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2C5304-B6FE-D6B9-836E-E572EF1A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47D964-72DE-8CAA-8F4B-C2E1989E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2862-70B6-4359-8128-787181DC1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284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010C68-1A4E-8D17-5846-A3EE60A25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04BA-7F2C-40F8-A8EA-333A5CAD2DF3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DB1848-A3C1-0621-9A30-FBE6118E4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15B96-7B07-D386-157D-7EA08324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2862-70B6-4359-8128-787181DC1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17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2F5D1-BF50-6397-215A-055785088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A41693-B7D8-40D0-1CEB-AA6F0C4F2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599DF2-BD35-A44A-3B0D-2B5822660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5E2C12-CEAE-4BE5-66B1-43464CCAF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04BA-7F2C-40F8-A8EA-333A5CAD2DF3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F80C13-EB5A-D452-F3A8-017A97EA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38822F-87F2-003F-F501-789154E6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2862-70B6-4359-8128-787181DC1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591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65C39-C424-0A71-53D2-E062FBEB6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B51340A-0AC6-D91C-04D2-2D6207BA12D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8BEA9D-75F5-2EC9-DA3F-E450E8092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5B8BC5-50A3-5E1A-B3DF-0F723246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04BA-7F2C-40F8-A8EA-333A5CAD2DF3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8C826D-8D0E-D83E-B9C8-71E7A1347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06115F-0F57-4345-B5B5-FEC90808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2862-70B6-4359-8128-787181DC1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51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797D7-EB94-570F-4D3E-533F54F64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D6342E-DBD2-CD18-BD8A-D310A8429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3E3C4-F415-27D2-97D2-F55B9F39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04BA-7F2C-40F8-A8EA-333A5CAD2DF3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587BC2-0F3F-FC2D-C258-F1B06DA39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EF6CD1-3E32-C077-C964-8E75154C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2862-70B6-4359-8128-787181DC1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182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A52FB6-193D-775A-4C97-3F2B74BBB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32E932-ED1A-6B10-5307-EE3203CC6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CC4B3C-40AD-9032-8D14-6FAD1A9A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F04BA-7F2C-40F8-A8EA-333A5CAD2DF3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B922D8-DFB5-8857-040F-2CA0234F9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B8FBBC-3394-C95E-48E7-BB5A3A24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2862-70B6-4359-8128-787181DC1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50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1321558-650E-D8A1-6A67-AA7EE8973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F3DB60-C7EE-8C21-E5DC-2B62796B3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9DE6DD-010B-EAF9-740D-969754738C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F04BA-7F2C-40F8-A8EA-333A5CAD2DF3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BF9C11-5808-4766-65E3-5E3947DB4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220F2-736F-30D5-B017-E35AB24DC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F2862-70B6-4359-8128-787181DC1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76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649A51-2A4A-6B5F-05FA-35B93E3BFE6C}"/>
              </a:ext>
            </a:extLst>
          </p:cNvPr>
          <p:cNvSpPr txBox="1"/>
          <p:nvPr/>
        </p:nvSpPr>
        <p:spPr>
          <a:xfrm>
            <a:off x="5091730" y="133917"/>
            <a:ext cx="2194832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선생님 로그인 화면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80CB8-4B7A-DF6D-5EFC-93B11F325093}"/>
              </a:ext>
            </a:extLst>
          </p:cNvPr>
          <p:cNvSpPr txBox="1"/>
          <p:nvPr/>
        </p:nvSpPr>
        <p:spPr>
          <a:xfrm>
            <a:off x="217715" y="869752"/>
            <a:ext cx="6096000" cy="9171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 err="1"/>
              <a:t>tamtam-study</a:t>
            </a:r>
            <a:r>
              <a:rPr lang="ko-KR" altLang="en-US" sz="1000" dirty="0"/>
              <a:t>/</a:t>
            </a:r>
          </a:p>
          <a:p>
            <a:r>
              <a:rPr lang="ko-KR" altLang="en-US" sz="1000" dirty="0"/>
              <a:t>│</a:t>
            </a:r>
            <a:endParaRPr lang="en-US" altLang="ko-KR" sz="1000" dirty="0"/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├── index.html           # 첫 화면 (시안 디자인 반영)</a:t>
            </a: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├── .</a:t>
            </a:r>
            <a:r>
              <a:rPr lang="ko-KR" altLang="en-US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gitignore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           🔒 [보안 파일 차단 설정] (매우 중요!)</a:t>
            </a: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└── </a:t>
            </a:r>
            <a:r>
              <a:rPr lang="en-US" altLang="ko-KR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tamtamhomepage.pptx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            📖 프로젝트 설명서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</a:t>
            </a: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├── </a:t>
            </a:r>
            <a:r>
              <a:rPr lang="ko-KR" altLang="en-US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web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                     🌐 [웹 </a:t>
            </a:r>
            <a:r>
              <a:rPr lang="ko-KR" altLang="en-US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프론트엔드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영역] (사용자가 브라우저로 접속하는 화면)</a:t>
            </a: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│   ├── teacher_login.html   # 선생님 로그인 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│   ├── </a:t>
            </a:r>
            <a:r>
              <a:rPr lang="en-US" altLang="ko-KR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explore.html # 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방문객 연결 링크모음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│   ├── </a:t>
            </a:r>
            <a:r>
              <a:rPr lang="en-US" altLang="ko-KR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dashboard.html # 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선생님 </a:t>
            </a:r>
            <a:r>
              <a:rPr lang="ko-KR" altLang="en-US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로그인후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관리자 </a:t>
            </a:r>
            <a:r>
              <a:rPr lang="ko-KR" altLang="en-US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데시보드</a:t>
            </a:r>
            <a:endParaRPr lang="ko-KR" altLang="en-US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├── </a:t>
            </a:r>
            <a:r>
              <a:rPr lang="ko-KR" altLang="en-US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css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</a:t>
            </a: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│   └── style.css        # 공통 디자인 스타일시트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├── </a:t>
            </a:r>
            <a:r>
              <a:rPr lang="en-US" altLang="ko-KR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index_home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 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│   └── </a:t>
            </a:r>
            <a:r>
              <a:rPr lang="en-US" altLang="ko-KR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index_home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</a:t>
            </a:r>
            <a:r>
              <a:rPr lang="en-US" altLang="ko-KR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html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    # 한페이지 모으기 학원소개</a:t>
            </a: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│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│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│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│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└── </a:t>
            </a:r>
            <a:r>
              <a:rPr lang="ko-KR" altLang="en-US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js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</a:t>
            </a: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   </a:t>
            </a:r>
            <a:r>
              <a:rPr lang="en-US" altLang="ko-KR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├── firebase.js      # </a:t>
            </a:r>
            <a:r>
              <a:rPr lang="ko-KR" altLang="en-US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파이어베이스</a:t>
            </a:r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공통 설정 (웹용)</a:t>
            </a: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      └── auth.js          # 인증 관련 공통 로직</a:t>
            </a: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ko-KR" altLang="en-US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│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│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│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   │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│</a:t>
            </a:r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en-US" altLang="ko-KR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endParaRPr lang="ko-KR" altLang="en-US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1000" dirty="0"/>
              <a:t>├── </a:t>
            </a:r>
            <a:r>
              <a:rPr lang="ko-KR" altLang="en-US" sz="1000" dirty="0" err="1"/>
              <a:t>python_backend</a:t>
            </a:r>
            <a:r>
              <a:rPr lang="ko-KR" altLang="en-US" sz="1000" dirty="0"/>
              <a:t>/          🐍 [파이썬 </a:t>
            </a:r>
            <a:r>
              <a:rPr lang="ko-KR" altLang="en-US" sz="1000" dirty="0" err="1"/>
              <a:t>백엔드</a:t>
            </a:r>
            <a:r>
              <a:rPr lang="ko-KR" altLang="en-US" sz="1000" dirty="0"/>
              <a:t>/유틸리티 영역] (기존에 만드신 프로그램들)</a:t>
            </a:r>
          </a:p>
          <a:p>
            <a:r>
              <a:rPr lang="ko-KR" altLang="en-US" sz="1000" dirty="0"/>
              <a:t>│   ├── </a:t>
            </a:r>
            <a:r>
              <a:rPr lang="ko-KR" altLang="en-US" sz="1000" dirty="0" err="1"/>
              <a:t>DB_class</a:t>
            </a:r>
            <a:r>
              <a:rPr lang="ko-KR" altLang="en-US" sz="1000" dirty="0"/>
              <a:t>/            # 학생, 부모님 DB 클래스</a:t>
            </a:r>
          </a:p>
          <a:p>
            <a:r>
              <a:rPr lang="ko-KR" altLang="en-US" sz="1000" dirty="0"/>
              <a:t>│   ├── </a:t>
            </a:r>
            <a:r>
              <a:rPr lang="ko-KR" altLang="en-US" sz="1000" dirty="0" err="1"/>
              <a:t>db_search_prg</a:t>
            </a:r>
            <a:r>
              <a:rPr lang="ko-KR" altLang="en-US" sz="1000" dirty="0"/>
              <a:t>/       # DB 조회 프로그램들</a:t>
            </a:r>
          </a:p>
          <a:p>
            <a:r>
              <a:rPr lang="ko-KR" altLang="en-US" sz="1000" dirty="0"/>
              <a:t>│   ├── </a:t>
            </a:r>
            <a:r>
              <a:rPr lang="ko-KR" altLang="en-US" sz="1000" dirty="0" err="1"/>
              <a:t>db_store_prg</a:t>
            </a:r>
            <a:r>
              <a:rPr lang="ko-KR" altLang="en-US" sz="1000" dirty="0"/>
              <a:t>/        # DB 저장 프로그램들</a:t>
            </a:r>
          </a:p>
          <a:p>
            <a:r>
              <a:rPr lang="ko-KR" altLang="en-US" sz="1000" dirty="0"/>
              <a:t>│   ├── </a:t>
            </a:r>
            <a:r>
              <a:rPr lang="ko-KR" altLang="en-US" sz="1000" dirty="0" err="1"/>
              <a:t>member_registration</a:t>
            </a:r>
            <a:r>
              <a:rPr lang="ko-KR" altLang="en-US" sz="1000" dirty="0"/>
              <a:t>/ # 회원 등록 관련 스크립트</a:t>
            </a:r>
          </a:p>
          <a:p>
            <a:r>
              <a:rPr lang="ko-KR" altLang="en-US" sz="1000" dirty="0"/>
              <a:t>│   ├── </a:t>
            </a:r>
            <a:r>
              <a:rPr lang="ko-KR" altLang="en-US" sz="1000" dirty="0" err="1"/>
              <a:t>phone_link</a:t>
            </a:r>
            <a:r>
              <a:rPr lang="ko-KR" altLang="en-US" sz="1000" dirty="0"/>
              <a:t>/          # 폰 연동 및 메시지 관련</a:t>
            </a:r>
          </a:p>
          <a:p>
            <a:r>
              <a:rPr lang="ko-KR" altLang="en-US" sz="1000" dirty="0"/>
              <a:t>│   ├── </a:t>
            </a:r>
            <a:r>
              <a:rPr lang="ko-KR" altLang="en-US" sz="1000" dirty="0" err="1"/>
              <a:t>message_templat</a:t>
            </a:r>
            <a:r>
              <a:rPr lang="ko-KR" altLang="en-US" sz="1000" dirty="0"/>
              <a:t>/     # 메시지 템플릿</a:t>
            </a:r>
          </a:p>
          <a:p>
            <a:r>
              <a:rPr lang="ko-KR" altLang="en-US" sz="1000" dirty="0"/>
              <a:t>│   ├── </a:t>
            </a:r>
            <a:r>
              <a:rPr lang="ko-KR" altLang="en-US" sz="1000" dirty="0" err="1"/>
              <a:t>Work_daily</a:t>
            </a:r>
            <a:r>
              <a:rPr lang="ko-KR" altLang="en-US" sz="1000" dirty="0"/>
              <a:t>/          # 일일 업무 정리</a:t>
            </a:r>
          </a:p>
          <a:p>
            <a:r>
              <a:rPr lang="ko-KR" altLang="en-US" sz="1000" dirty="0"/>
              <a:t>│   ├── app_config.py</a:t>
            </a:r>
          </a:p>
          <a:p>
            <a:r>
              <a:rPr lang="ko-KR" altLang="en-US" sz="1000" dirty="0"/>
              <a:t>│   ├── config.py</a:t>
            </a:r>
          </a:p>
          <a:p>
            <a:r>
              <a:rPr lang="ko-KR" altLang="en-US" sz="1000" dirty="0"/>
              <a:t>│   └── requirements.txt     # 파이썬 라이브러리 목록</a:t>
            </a:r>
          </a:p>
          <a:p>
            <a:r>
              <a:rPr lang="ko-KR" altLang="en-US" sz="1000" dirty="0"/>
              <a:t>│</a:t>
            </a:r>
            <a:endParaRPr lang="en-US" altLang="ko-KR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2FA13-3E93-958C-CB21-88DCFCD51041}"/>
              </a:ext>
            </a:extLst>
          </p:cNvPr>
          <p:cNvSpPr txBox="1"/>
          <p:nvPr/>
        </p:nvSpPr>
        <p:spPr>
          <a:xfrm>
            <a:off x="6189146" y="869752"/>
            <a:ext cx="60992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&lt;</a:t>
            </a:r>
            <a:r>
              <a:rPr lang="ko-KR" altLang="en-US" dirty="0" err="1"/>
              <a:t>head</a:t>
            </a:r>
            <a:r>
              <a:rPr lang="ko-KR" altLang="en-US" dirty="0"/>
              <a:t>&gt;</a:t>
            </a:r>
          </a:p>
          <a:p>
            <a:r>
              <a:rPr lang="ko-KR" altLang="en-US" dirty="0"/>
              <a:t>    &lt;</a:t>
            </a:r>
            <a:r>
              <a:rPr lang="ko-KR" altLang="en-US" dirty="0" err="1"/>
              <a:t>meta</a:t>
            </a:r>
            <a:r>
              <a:rPr lang="ko-KR" altLang="en-US" dirty="0"/>
              <a:t> </a:t>
            </a:r>
            <a:r>
              <a:rPr lang="ko-KR" altLang="en-US" dirty="0" err="1"/>
              <a:t>charset</a:t>
            </a:r>
            <a:r>
              <a:rPr lang="ko-KR" altLang="en-US" dirty="0"/>
              <a:t>="UTF-8"&gt;</a:t>
            </a:r>
          </a:p>
          <a:p>
            <a:r>
              <a:rPr lang="ko-KR" altLang="en-US" dirty="0"/>
              <a:t>    &lt;</a:t>
            </a:r>
            <a:r>
              <a:rPr lang="ko-KR" altLang="en-US" dirty="0" err="1"/>
              <a:t>meta</a:t>
            </a:r>
            <a:r>
              <a:rPr lang="ko-KR" altLang="en-US" dirty="0"/>
              <a:t> </a:t>
            </a:r>
            <a:r>
              <a:rPr lang="ko-KR" altLang="en-US" dirty="0" err="1"/>
              <a:t>name</a:t>
            </a:r>
            <a:r>
              <a:rPr lang="ko-KR" altLang="en-US" dirty="0"/>
              <a:t>="</a:t>
            </a:r>
            <a:r>
              <a:rPr lang="ko-KR" altLang="en-US" dirty="0" err="1"/>
              <a:t>viewport</a:t>
            </a:r>
            <a:r>
              <a:rPr lang="ko-KR" altLang="en-US" dirty="0"/>
              <a:t>" </a:t>
            </a:r>
            <a:r>
              <a:rPr lang="ko-KR" altLang="en-US" dirty="0" err="1"/>
              <a:t>content</a:t>
            </a:r>
            <a:r>
              <a:rPr lang="ko-KR" altLang="en-US" dirty="0"/>
              <a:t>="</a:t>
            </a:r>
            <a:r>
              <a:rPr lang="ko-KR" altLang="en-US" dirty="0" err="1"/>
              <a:t>width</a:t>
            </a:r>
            <a:r>
              <a:rPr lang="ko-KR" altLang="en-US" dirty="0"/>
              <a:t>=</a:t>
            </a:r>
            <a:r>
              <a:rPr lang="ko-KR" altLang="en-US" dirty="0" err="1"/>
              <a:t>device-width</a:t>
            </a:r>
            <a:r>
              <a:rPr lang="ko-KR" altLang="en-US" dirty="0"/>
              <a:t>, </a:t>
            </a:r>
            <a:r>
              <a:rPr lang="ko-KR" altLang="en-US" dirty="0" err="1"/>
              <a:t>initial-scale</a:t>
            </a:r>
            <a:r>
              <a:rPr lang="ko-KR" altLang="en-US" dirty="0"/>
              <a:t>=1.0"&gt;</a:t>
            </a:r>
          </a:p>
          <a:p>
            <a:r>
              <a:rPr lang="ko-KR" altLang="en-US" dirty="0"/>
              <a:t>    &lt;</a:t>
            </a:r>
            <a:r>
              <a:rPr lang="ko-KR" altLang="en-US" dirty="0" err="1"/>
              <a:t>title</a:t>
            </a:r>
            <a:r>
              <a:rPr lang="ko-KR" altLang="en-US" dirty="0"/>
              <a:t>&gt;페이지 제목&lt;/</a:t>
            </a:r>
            <a:r>
              <a:rPr lang="ko-KR" altLang="en-US" dirty="0" err="1"/>
              <a:t>title</a:t>
            </a:r>
            <a:r>
              <a:rPr lang="ko-KR" altLang="en-US" dirty="0"/>
              <a:t>&gt;</a:t>
            </a:r>
          </a:p>
          <a:p>
            <a:r>
              <a:rPr lang="ko-KR" altLang="en-US" dirty="0"/>
              <a:t>    </a:t>
            </a:r>
          </a:p>
          <a:p>
            <a:r>
              <a:rPr lang="ko-KR" altLang="en-US" dirty="0"/>
              <a:t>    &lt;!-- 이 한 줄이 바로 스타일(CSS) 파일을 불러오는 연결고리입니다! --&gt;</a:t>
            </a:r>
          </a:p>
          <a:p>
            <a:r>
              <a:rPr lang="ko-KR" altLang="en-US" dirty="0"/>
              <a:t>    &lt;</a:t>
            </a:r>
            <a:r>
              <a:rPr lang="ko-KR" altLang="en-US" dirty="0" err="1"/>
              <a:t>link</a:t>
            </a:r>
            <a:r>
              <a:rPr lang="ko-KR" altLang="en-US" dirty="0"/>
              <a:t> </a:t>
            </a:r>
            <a:r>
              <a:rPr lang="ko-KR" altLang="en-US" dirty="0" err="1"/>
              <a:t>rel</a:t>
            </a:r>
            <a:r>
              <a:rPr lang="ko-KR" altLang="en-US" dirty="0"/>
              <a:t>="</a:t>
            </a:r>
            <a:r>
              <a:rPr lang="ko-KR" altLang="en-US" dirty="0" err="1"/>
              <a:t>stylesheet</a:t>
            </a:r>
            <a:r>
              <a:rPr lang="ko-KR" altLang="en-US" dirty="0"/>
              <a:t>" </a:t>
            </a:r>
            <a:r>
              <a:rPr lang="ko-KR" altLang="en-US" dirty="0" err="1"/>
              <a:t>href</a:t>
            </a:r>
            <a:r>
              <a:rPr lang="ko-KR" altLang="en-US" dirty="0"/>
              <a:t>="</a:t>
            </a:r>
            <a:r>
              <a:rPr lang="ko-KR" altLang="en-US" dirty="0" err="1"/>
              <a:t>css</a:t>
            </a:r>
            <a:r>
              <a:rPr lang="ko-KR" altLang="en-US" dirty="0"/>
              <a:t>/</a:t>
            </a:r>
            <a:r>
              <a:rPr lang="ko-KR" altLang="en-US" dirty="0" err="1"/>
              <a:t>style.css</a:t>
            </a:r>
            <a:r>
              <a:rPr lang="ko-KR" altLang="en-US" dirty="0"/>
              <a:t>"&gt;</a:t>
            </a:r>
          </a:p>
          <a:p>
            <a:r>
              <a:rPr lang="ko-KR" altLang="en-US" dirty="0"/>
              <a:t>&lt;/</a:t>
            </a:r>
            <a:r>
              <a:rPr lang="ko-KR" altLang="en-US" dirty="0" err="1"/>
              <a:t>head</a:t>
            </a:r>
            <a:r>
              <a:rPr lang="ko-KR" alt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667491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7F0CB5-3E15-FF92-137A-D9A6314244B9}"/>
              </a:ext>
            </a:extLst>
          </p:cNvPr>
          <p:cNvSpPr txBox="1"/>
          <p:nvPr/>
        </p:nvSpPr>
        <p:spPr>
          <a:xfrm>
            <a:off x="4579420" y="1180394"/>
            <a:ext cx="2465740" cy="15969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ko-KR" dirty="0" err="1"/>
              <a:t>tamtam</a:t>
            </a:r>
            <a:r>
              <a:rPr lang="en-US" altLang="ko-KR" dirty="0"/>
              <a:t> study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>
              <a:lnSpc>
                <a:spcPct val="300000"/>
              </a:lnSpc>
            </a:pPr>
            <a:r>
              <a:rPr lang="ko-KR" altLang="en-US" dirty="0"/>
              <a:t>방문을 </a:t>
            </a:r>
            <a:r>
              <a:rPr lang="ko-KR" altLang="en-US" dirty="0" err="1"/>
              <a:t>확영합니다</a:t>
            </a:r>
            <a:r>
              <a:rPr lang="en-US" altLang="ko-KR" dirty="0"/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830FD-6407-293B-F384-B07BF1F0017E}"/>
              </a:ext>
            </a:extLst>
          </p:cNvPr>
          <p:cNvSpPr txBox="1"/>
          <p:nvPr/>
        </p:nvSpPr>
        <p:spPr>
          <a:xfrm>
            <a:off x="3077873" y="5707403"/>
            <a:ext cx="1651414" cy="76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ko-KR" altLang="en-US" dirty="0"/>
              <a:t>선생님 로그인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9BD8F8-EB9D-CF29-0282-AF21168B69C4}"/>
              </a:ext>
            </a:extLst>
          </p:cNvPr>
          <p:cNvSpPr txBox="1"/>
          <p:nvPr/>
        </p:nvSpPr>
        <p:spPr>
          <a:xfrm>
            <a:off x="5706332" y="5707401"/>
            <a:ext cx="1338828" cy="76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ko-KR" altLang="en-US" dirty="0"/>
              <a:t>학생로그인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7B364-C117-41B1-8642-C7C49AF5C0AE}"/>
              </a:ext>
            </a:extLst>
          </p:cNvPr>
          <p:cNvSpPr txBox="1"/>
          <p:nvPr/>
        </p:nvSpPr>
        <p:spPr>
          <a:xfrm>
            <a:off x="5217415" y="3697737"/>
            <a:ext cx="1189749" cy="76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ko-KR" altLang="en-US" dirty="0"/>
              <a:t>구경하기 </a:t>
            </a:r>
            <a:endParaRPr lang="en-US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AB7742-12E4-74A7-972A-9EFC7E261BFD}"/>
              </a:ext>
            </a:extLst>
          </p:cNvPr>
          <p:cNvSpPr txBox="1"/>
          <p:nvPr/>
        </p:nvSpPr>
        <p:spPr>
          <a:xfrm>
            <a:off x="8204929" y="5721573"/>
            <a:ext cx="1651414" cy="765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ko-KR" altLang="en-US" dirty="0"/>
              <a:t>부모님 로그인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6732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A2D0D7-E2C3-60E7-379A-A518AC8C6839}"/>
              </a:ext>
            </a:extLst>
          </p:cNvPr>
          <p:cNvSpPr txBox="1"/>
          <p:nvPr/>
        </p:nvSpPr>
        <p:spPr>
          <a:xfrm>
            <a:off x="2182385" y="254146"/>
            <a:ext cx="742511" cy="293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구경하기 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E6A12F-85EF-EC4F-930B-3DA2BE783EC8}"/>
              </a:ext>
            </a:extLst>
          </p:cNvPr>
          <p:cNvSpPr txBox="1"/>
          <p:nvPr/>
        </p:nvSpPr>
        <p:spPr>
          <a:xfrm>
            <a:off x="1102752" y="695304"/>
            <a:ext cx="716863" cy="293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 err="1"/>
              <a:t>you_tube</a:t>
            </a:r>
            <a:endParaRPr lang="en-US" altLang="ko-KR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B02F6-FE59-0CA1-76D6-90CF832BA2B2}"/>
              </a:ext>
            </a:extLst>
          </p:cNvPr>
          <p:cNvSpPr txBox="1"/>
          <p:nvPr/>
        </p:nvSpPr>
        <p:spPr>
          <a:xfrm>
            <a:off x="1102752" y="1069085"/>
            <a:ext cx="569387" cy="293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/>
              <a:t>블로그</a:t>
            </a:r>
            <a:endParaRPr lang="en-US" altLang="ko-KR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92139-8830-74E4-6718-F31BD2CD2420}"/>
              </a:ext>
            </a:extLst>
          </p:cNvPr>
          <p:cNvSpPr txBox="1"/>
          <p:nvPr/>
        </p:nvSpPr>
        <p:spPr>
          <a:xfrm>
            <a:off x="1102752" y="1442866"/>
            <a:ext cx="569387" cy="293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블로그</a:t>
            </a:r>
            <a:endParaRPr lang="en-US" altLang="ko-KR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796EC2-E161-801C-08FF-8C957E68EE86}"/>
              </a:ext>
            </a:extLst>
          </p:cNvPr>
          <p:cNvSpPr txBox="1"/>
          <p:nvPr/>
        </p:nvSpPr>
        <p:spPr>
          <a:xfrm>
            <a:off x="1672139" y="3016183"/>
            <a:ext cx="2890535" cy="293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/>
              <a:t>절대 경로 작성을 위한 모든 페이지 </a:t>
            </a:r>
            <a:r>
              <a:rPr lang="ko-KR" altLang="en-US" sz="1000" dirty="0" err="1"/>
              <a:t>적용해야함</a:t>
            </a:r>
            <a:endParaRPr lang="en-US" altLang="ko-KR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540F7C-C2E9-9DE9-B713-79E41EA5E2C9}"/>
              </a:ext>
            </a:extLst>
          </p:cNvPr>
          <p:cNvSpPr txBox="1"/>
          <p:nvPr/>
        </p:nvSpPr>
        <p:spPr>
          <a:xfrm>
            <a:off x="159204" y="3162890"/>
            <a:ext cx="60987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&lt;</a:t>
            </a:r>
            <a:r>
              <a:rPr lang="ko-KR" altLang="en-US" sz="1000" dirty="0" err="1"/>
              <a:t>head</a:t>
            </a:r>
            <a:r>
              <a:rPr lang="ko-KR" altLang="en-US" sz="1000" dirty="0"/>
              <a:t>&gt;</a:t>
            </a:r>
          </a:p>
          <a:p>
            <a:r>
              <a:rPr lang="ko-KR" altLang="en-US" sz="1000" dirty="0"/>
              <a:t>    &lt;</a:t>
            </a:r>
            <a:r>
              <a:rPr lang="ko-KR" altLang="en-US" sz="1000" dirty="0" err="1"/>
              <a:t>meta</a:t>
            </a:r>
            <a:r>
              <a:rPr lang="ko-KR" altLang="en-US" sz="1000" dirty="0"/>
              <a:t> </a:t>
            </a:r>
            <a:r>
              <a:rPr lang="ko-KR" altLang="en-US" sz="1000" dirty="0" err="1"/>
              <a:t>charset</a:t>
            </a:r>
            <a:r>
              <a:rPr lang="ko-KR" altLang="en-US" sz="1000" dirty="0"/>
              <a:t>="UTF-8"&gt;</a:t>
            </a:r>
          </a:p>
          <a:p>
            <a:r>
              <a:rPr lang="ko-KR" altLang="en-US" sz="1000" dirty="0"/>
              <a:t>    &lt;</a:t>
            </a:r>
            <a:r>
              <a:rPr lang="ko-KR" altLang="en-US" sz="1000" dirty="0" err="1"/>
              <a:t>title</a:t>
            </a:r>
            <a:r>
              <a:rPr lang="ko-KR" altLang="en-US" sz="1000" dirty="0"/>
              <a:t>&gt;페이지 제목&lt;/</a:t>
            </a:r>
            <a:r>
              <a:rPr lang="ko-KR" altLang="en-US" sz="1000" dirty="0" err="1"/>
              <a:t>title</a:t>
            </a:r>
            <a:r>
              <a:rPr lang="ko-KR" altLang="en-US" sz="1000" dirty="0"/>
              <a:t>&gt;</a:t>
            </a:r>
          </a:p>
          <a:p>
            <a:endParaRPr lang="ko-KR" altLang="en-US" sz="1000" dirty="0"/>
          </a:p>
          <a:p>
            <a:r>
              <a:rPr lang="ko-KR" altLang="en-US" sz="1000" dirty="0"/>
              <a:t>    &lt;!-- 👇 이 스크립트 하나면 경로 고민 끝! --&gt;</a:t>
            </a:r>
          </a:p>
          <a:p>
            <a:r>
              <a:rPr lang="ko-KR" altLang="en-US" sz="1000" dirty="0"/>
              <a:t>    </a:t>
            </a:r>
            <a:r>
              <a:rPr lang="ko-KR" altLang="en-US" sz="1000" dirty="0">
                <a:highlight>
                  <a:srgbClr val="FFFF00"/>
                </a:highlight>
              </a:rPr>
              <a:t>&lt;</a:t>
            </a:r>
            <a:r>
              <a:rPr lang="ko-KR" altLang="en-US" sz="1000" dirty="0" err="1">
                <a:highlight>
                  <a:srgbClr val="FFFF00"/>
                </a:highlight>
              </a:rPr>
              <a:t>script</a:t>
            </a:r>
            <a:r>
              <a:rPr lang="ko-KR" altLang="en-US" sz="1000" dirty="0">
                <a:highlight>
                  <a:srgbClr val="FFFF00"/>
                </a:highlight>
              </a:rPr>
              <a:t>&gt;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        (</a:t>
            </a:r>
            <a:r>
              <a:rPr lang="ko-KR" altLang="en-US" sz="1000" dirty="0" err="1">
                <a:highlight>
                  <a:srgbClr val="FFFF00"/>
                </a:highlight>
              </a:rPr>
              <a:t>function</a:t>
            </a:r>
            <a:r>
              <a:rPr lang="ko-KR" altLang="en-US" sz="1000" dirty="0">
                <a:highlight>
                  <a:srgbClr val="FFFF00"/>
                </a:highlight>
              </a:rPr>
              <a:t>() {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            </a:t>
            </a:r>
            <a:r>
              <a:rPr lang="ko-KR" altLang="en-US" sz="1000" dirty="0" err="1">
                <a:highlight>
                  <a:srgbClr val="FFFF00"/>
                </a:highlight>
              </a:rPr>
              <a:t>const</a:t>
            </a:r>
            <a:r>
              <a:rPr lang="ko-KR" altLang="en-US" sz="1000" dirty="0">
                <a:highlight>
                  <a:srgbClr val="FFFF00"/>
                </a:highlight>
              </a:rPr>
              <a:t> </a:t>
            </a:r>
            <a:r>
              <a:rPr lang="ko-KR" altLang="en-US" sz="1000" dirty="0" err="1">
                <a:highlight>
                  <a:srgbClr val="FFFF00"/>
                </a:highlight>
              </a:rPr>
              <a:t>isGitHub</a:t>
            </a:r>
            <a:r>
              <a:rPr lang="ko-KR" altLang="en-US" sz="1000" dirty="0">
                <a:highlight>
                  <a:srgbClr val="FFFF00"/>
                </a:highlight>
              </a:rPr>
              <a:t> = </a:t>
            </a:r>
            <a:r>
              <a:rPr lang="ko-KR" altLang="en-US" sz="1000" dirty="0" err="1">
                <a:highlight>
                  <a:srgbClr val="FFFF00"/>
                </a:highlight>
              </a:rPr>
              <a:t>window.location.hostname.includes</a:t>
            </a:r>
            <a:r>
              <a:rPr lang="ko-KR" altLang="en-US" sz="1000" dirty="0">
                <a:highlight>
                  <a:srgbClr val="FFFF00"/>
                </a:highlight>
              </a:rPr>
              <a:t>("</a:t>
            </a:r>
            <a:r>
              <a:rPr lang="ko-KR" altLang="en-US" sz="1000" dirty="0" err="1">
                <a:highlight>
                  <a:srgbClr val="FFFF00"/>
                </a:highlight>
              </a:rPr>
              <a:t>github.io</a:t>
            </a:r>
            <a:r>
              <a:rPr lang="ko-KR" altLang="en-US" sz="1000" dirty="0">
                <a:highlight>
                  <a:srgbClr val="FFFF00"/>
                </a:highlight>
              </a:rPr>
              <a:t>");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            </a:t>
            </a:r>
            <a:r>
              <a:rPr lang="ko-KR" altLang="en-US" sz="1000" dirty="0" err="1">
                <a:highlight>
                  <a:srgbClr val="FFFF00"/>
                </a:highlight>
              </a:rPr>
              <a:t>const</a:t>
            </a:r>
            <a:r>
              <a:rPr lang="ko-KR" altLang="en-US" sz="1000" dirty="0">
                <a:highlight>
                  <a:srgbClr val="FFFF00"/>
                </a:highlight>
              </a:rPr>
              <a:t> </a:t>
            </a:r>
            <a:r>
              <a:rPr lang="ko-KR" altLang="en-US" sz="1000" dirty="0" err="1">
                <a:highlight>
                  <a:srgbClr val="FFFF00"/>
                </a:highlight>
              </a:rPr>
              <a:t>repoName</a:t>
            </a:r>
            <a:r>
              <a:rPr lang="ko-KR" altLang="en-US" sz="1000" dirty="0">
                <a:highlight>
                  <a:srgbClr val="FFFF00"/>
                </a:highlight>
              </a:rPr>
              <a:t> = "/</a:t>
            </a:r>
            <a:r>
              <a:rPr lang="ko-KR" altLang="en-US" sz="1000" dirty="0" err="1">
                <a:highlight>
                  <a:srgbClr val="FFFF00"/>
                </a:highlight>
              </a:rPr>
              <a:t>tamtamstudy_homepage</a:t>
            </a:r>
            <a:r>
              <a:rPr lang="ko-KR" altLang="en-US" sz="1000" dirty="0">
                <a:highlight>
                  <a:srgbClr val="FFFF00"/>
                </a:highlight>
              </a:rPr>
              <a:t>"; // 본인 </a:t>
            </a:r>
            <a:r>
              <a:rPr lang="ko-KR" altLang="en-US" sz="1000" dirty="0" err="1">
                <a:highlight>
                  <a:srgbClr val="FFFF00"/>
                </a:highlight>
              </a:rPr>
              <a:t>레포지토리</a:t>
            </a:r>
            <a:r>
              <a:rPr lang="ko-KR" altLang="en-US" sz="1000" dirty="0">
                <a:highlight>
                  <a:srgbClr val="FFFF00"/>
                </a:highlight>
              </a:rPr>
              <a:t> 이름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            </a:t>
            </a:r>
            <a:r>
              <a:rPr lang="ko-KR" altLang="en-US" sz="1000" dirty="0" err="1">
                <a:highlight>
                  <a:srgbClr val="FFFF00"/>
                </a:highlight>
              </a:rPr>
              <a:t>if</a:t>
            </a:r>
            <a:r>
              <a:rPr lang="ko-KR" altLang="en-US" sz="1000" dirty="0">
                <a:highlight>
                  <a:srgbClr val="FFFF00"/>
                </a:highlight>
              </a:rPr>
              <a:t> (</a:t>
            </a:r>
            <a:r>
              <a:rPr lang="ko-KR" altLang="en-US" sz="1000" dirty="0" err="1">
                <a:highlight>
                  <a:srgbClr val="FFFF00"/>
                </a:highlight>
              </a:rPr>
              <a:t>isGitHub</a:t>
            </a:r>
            <a:r>
              <a:rPr lang="ko-KR" altLang="en-US" sz="1000" dirty="0">
                <a:highlight>
                  <a:srgbClr val="FFFF00"/>
                </a:highlight>
              </a:rPr>
              <a:t>) {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                </a:t>
            </a:r>
            <a:r>
              <a:rPr lang="ko-KR" altLang="en-US" sz="1000" dirty="0" err="1">
                <a:highlight>
                  <a:srgbClr val="FFFF00"/>
                </a:highlight>
              </a:rPr>
              <a:t>document.write</a:t>
            </a:r>
            <a:r>
              <a:rPr lang="ko-KR" altLang="en-US" sz="1000" dirty="0">
                <a:highlight>
                  <a:srgbClr val="FFFF00"/>
                </a:highlight>
              </a:rPr>
              <a:t>('&lt;</a:t>
            </a:r>
            <a:r>
              <a:rPr lang="ko-KR" altLang="en-US" sz="1000" dirty="0" err="1">
                <a:highlight>
                  <a:srgbClr val="FFFF00"/>
                </a:highlight>
              </a:rPr>
              <a:t>base</a:t>
            </a:r>
            <a:r>
              <a:rPr lang="ko-KR" altLang="en-US" sz="1000" dirty="0">
                <a:highlight>
                  <a:srgbClr val="FFFF00"/>
                </a:highlight>
              </a:rPr>
              <a:t> </a:t>
            </a:r>
            <a:r>
              <a:rPr lang="ko-KR" altLang="en-US" sz="1000" dirty="0" err="1">
                <a:highlight>
                  <a:srgbClr val="FFFF00"/>
                </a:highlight>
              </a:rPr>
              <a:t>href</a:t>
            </a:r>
            <a:r>
              <a:rPr lang="ko-KR" altLang="en-US" sz="1000" dirty="0">
                <a:highlight>
                  <a:srgbClr val="FFFF00"/>
                </a:highlight>
              </a:rPr>
              <a:t>="' + </a:t>
            </a:r>
            <a:r>
              <a:rPr lang="ko-KR" altLang="en-US" sz="1000" dirty="0" err="1">
                <a:highlight>
                  <a:srgbClr val="FFFF00"/>
                </a:highlight>
              </a:rPr>
              <a:t>window.location.origin</a:t>
            </a:r>
            <a:r>
              <a:rPr lang="ko-KR" altLang="en-US" sz="1000" dirty="0">
                <a:highlight>
                  <a:srgbClr val="FFFF00"/>
                </a:highlight>
              </a:rPr>
              <a:t> + </a:t>
            </a:r>
            <a:r>
              <a:rPr lang="ko-KR" altLang="en-US" sz="1000" dirty="0" err="1">
                <a:highlight>
                  <a:srgbClr val="FFFF00"/>
                </a:highlight>
              </a:rPr>
              <a:t>repoName</a:t>
            </a:r>
            <a:r>
              <a:rPr lang="ko-KR" altLang="en-US" sz="1000" dirty="0">
                <a:highlight>
                  <a:srgbClr val="FFFF00"/>
                </a:highlight>
              </a:rPr>
              <a:t> + '/"&gt;');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            } </a:t>
            </a:r>
            <a:r>
              <a:rPr lang="ko-KR" altLang="en-US" sz="1000" dirty="0" err="1">
                <a:highlight>
                  <a:srgbClr val="FFFF00"/>
                </a:highlight>
              </a:rPr>
              <a:t>else</a:t>
            </a:r>
            <a:r>
              <a:rPr lang="ko-KR" altLang="en-US" sz="1000" dirty="0">
                <a:highlight>
                  <a:srgbClr val="FFFF00"/>
                </a:highlight>
              </a:rPr>
              <a:t> {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                </a:t>
            </a:r>
            <a:r>
              <a:rPr lang="ko-KR" altLang="en-US" sz="1000" dirty="0" err="1">
                <a:highlight>
                  <a:srgbClr val="FFFF00"/>
                </a:highlight>
              </a:rPr>
              <a:t>document.write</a:t>
            </a:r>
            <a:r>
              <a:rPr lang="ko-KR" altLang="en-US" sz="1000" dirty="0">
                <a:highlight>
                  <a:srgbClr val="FFFF00"/>
                </a:highlight>
              </a:rPr>
              <a:t>('&lt;</a:t>
            </a:r>
            <a:r>
              <a:rPr lang="ko-KR" altLang="en-US" sz="1000" dirty="0" err="1">
                <a:highlight>
                  <a:srgbClr val="FFFF00"/>
                </a:highlight>
              </a:rPr>
              <a:t>base</a:t>
            </a:r>
            <a:r>
              <a:rPr lang="ko-KR" altLang="en-US" sz="1000" dirty="0">
                <a:highlight>
                  <a:srgbClr val="FFFF00"/>
                </a:highlight>
              </a:rPr>
              <a:t> </a:t>
            </a:r>
            <a:r>
              <a:rPr lang="ko-KR" altLang="en-US" sz="1000" dirty="0" err="1">
                <a:highlight>
                  <a:srgbClr val="FFFF00"/>
                </a:highlight>
              </a:rPr>
              <a:t>href</a:t>
            </a:r>
            <a:r>
              <a:rPr lang="ko-KR" altLang="en-US" sz="1000" dirty="0">
                <a:highlight>
                  <a:srgbClr val="FFFF00"/>
                </a:highlight>
              </a:rPr>
              <a:t>="/"&gt;');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            }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        })();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    &lt;/</a:t>
            </a:r>
            <a:r>
              <a:rPr lang="ko-KR" altLang="en-US" sz="1000" dirty="0" err="1">
                <a:highlight>
                  <a:srgbClr val="FFFF00"/>
                </a:highlight>
              </a:rPr>
              <a:t>script</a:t>
            </a:r>
            <a:r>
              <a:rPr lang="ko-KR" altLang="en-US" sz="1000" dirty="0">
                <a:highlight>
                  <a:srgbClr val="FFFF00"/>
                </a:highlight>
              </a:rPr>
              <a:t>&gt;</a:t>
            </a:r>
          </a:p>
          <a:p>
            <a:endParaRPr lang="ko-KR" altLang="en-US" sz="1000" dirty="0"/>
          </a:p>
          <a:p>
            <a:r>
              <a:rPr lang="ko-KR" altLang="en-US" sz="1000" dirty="0"/>
              <a:t>    &lt;!-- 이후부터는 무조건 / 로 시작하는 절대 경로만 쓰시면 됩니다! --&gt;</a:t>
            </a:r>
          </a:p>
          <a:p>
            <a:r>
              <a:rPr lang="ko-KR" altLang="en-US" sz="1000" dirty="0"/>
              <a:t>    &lt;</a:t>
            </a:r>
            <a:r>
              <a:rPr lang="ko-KR" altLang="en-US" sz="1000" dirty="0" err="1"/>
              <a:t>link</a:t>
            </a:r>
            <a:r>
              <a:rPr lang="ko-KR" altLang="en-US" sz="1000" dirty="0"/>
              <a:t> </a:t>
            </a:r>
            <a:r>
              <a:rPr lang="ko-KR" altLang="en-US" sz="1000" dirty="0" err="1"/>
              <a:t>rel</a:t>
            </a:r>
            <a:r>
              <a:rPr lang="ko-KR" altLang="en-US" sz="1000" dirty="0"/>
              <a:t>="</a:t>
            </a:r>
            <a:r>
              <a:rPr lang="ko-KR" altLang="en-US" sz="1000" dirty="0" err="1"/>
              <a:t>stylesheet</a:t>
            </a:r>
            <a:r>
              <a:rPr lang="ko-KR" altLang="en-US" sz="1000" dirty="0"/>
              <a:t>" </a:t>
            </a:r>
            <a:r>
              <a:rPr lang="ko-KR" altLang="en-US" sz="1000" dirty="0" err="1"/>
              <a:t>href</a:t>
            </a:r>
            <a:r>
              <a:rPr lang="ko-KR" altLang="en-US" sz="1000" dirty="0"/>
              <a:t>="/</a:t>
            </a:r>
            <a:r>
              <a:rPr lang="ko-KR" altLang="en-US" sz="1000" dirty="0" err="1"/>
              <a:t>web</a:t>
            </a:r>
            <a:r>
              <a:rPr lang="ko-KR" altLang="en-US" sz="1000" dirty="0"/>
              <a:t>/</a:t>
            </a:r>
            <a:r>
              <a:rPr lang="ko-KR" altLang="en-US" sz="1000" dirty="0" err="1"/>
              <a:t>css</a:t>
            </a:r>
            <a:r>
              <a:rPr lang="ko-KR" altLang="en-US" sz="1000" dirty="0"/>
              <a:t>/</a:t>
            </a:r>
            <a:r>
              <a:rPr lang="ko-KR" altLang="en-US" sz="1000" dirty="0" err="1"/>
              <a:t>style.css</a:t>
            </a:r>
            <a:r>
              <a:rPr lang="ko-KR" altLang="en-US" sz="1000" dirty="0"/>
              <a:t>"&gt;</a:t>
            </a:r>
          </a:p>
          <a:p>
            <a:r>
              <a:rPr lang="ko-KR" altLang="en-US" sz="1000" dirty="0"/>
              <a:t>&lt;/</a:t>
            </a:r>
            <a:r>
              <a:rPr lang="ko-KR" altLang="en-US" sz="1000" dirty="0" err="1"/>
              <a:t>head</a:t>
            </a:r>
            <a:r>
              <a:rPr lang="ko-KR" altLang="en-US" sz="1000" dirty="0"/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79344-331D-DFE9-E9F5-64C9C38F19B4}"/>
              </a:ext>
            </a:extLst>
          </p:cNvPr>
          <p:cNvSpPr txBox="1"/>
          <p:nvPr/>
        </p:nvSpPr>
        <p:spPr>
          <a:xfrm>
            <a:off x="1069409" y="6484075"/>
            <a:ext cx="4095993" cy="293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FF0000"/>
                </a:solidFill>
              </a:rPr>
              <a:t>한화면에 여러 개의 패이지가 들어가는 곳에서는 이 태그 사용 금지 </a:t>
            </a:r>
            <a:endParaRPr lang="en-US" altLang="ko-KR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153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3009</TotalTime>
  <Words>533</Words>
  <Application>Microsoft Office PowerPoint</Application>
  <PresentationFormat>와이드스크린</PresentationFormat>
  <Paragraphs>100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탐탐 하라</dc:creator>
  <cp:lastModifiedBy>탐탐 하라</cp:lastModifiedBy>
  <cp:revision>3</cp:revision>
  <dcterms:created xsi:type="dcterms:W3CDTF">2026-10-27T05:33:26Z</dcterms:created>
  <dcterms:modified xsi:type="dcterms:W3CDTF">2026-10-29T07:48:14Z</dcterms:modified>
</cp:coreProperties>
</file>